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  <a:r>
              <a:t>The UPSpace Story: Building Academic Research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A Narrative of Innovation and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1: The Challenge We Faced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Academic Research in the Digital Age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The Problem: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Researchers needed access to University of Pretoria's vast repository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Manual searching was time-consuming and inefficient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No automated way to extract SDG (Sustainable Development Goals) data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Limited tools for analyzing sustainability research at scale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The Impact: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Researchers spending hours on repetitive tasks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Missed opportunities to identify SDG-aligned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Inefficient resource allocation in sustainability studies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Lack of comprehensive research analytics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**Our Mission:** Build intelligent tools to unlock the power of academic repositories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2: The Discovery Journey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Understanding the UPSpace Ecosystem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What We Found: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 sophisticated DSpace repository with 50,000+ research items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Rich metadata including SDG classifications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Public REST API ready for integration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Complex nested data structures requiring careful parsing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Key Insights: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 data was embedded but not easily accessible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PDF files were available but hard to locate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Metadata was comprehensive but scattered across multiple endpoints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The API was powerful but underutilized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**The Opportunity:** Transform raw data into actionable research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3: Our Solution Architecture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Building the Research Intelligence Platform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Core Components We Built: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**Smart Search Engine** - Intelligent query processing with pagination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**Metadata Extractor** - Comprehensive Dublin Core field parsing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Classifier** - Visual sustainability goal identification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**File Manager** - Automated PDF and metadata downloads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**DataTables Interface** - Interactive research dashboard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Technical Innovation: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Real-time API integration with error recovery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HTML escaping for security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Rate limiting for respectful server usage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Professional styling with academic branding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**The Result:** A complete research workflow automation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4: The SDG Revolution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Making Sustainability Research Visible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Before Our Tools: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 data buried in complex metadata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No visual way to identify sustainability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Manual classification required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Limited ability to track SDG trends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After Our Implementation: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**Color-coded SDG badges** for instant recognition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**Automated classification** of all research items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**Visual dashboard** showing SDG distribution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**Searchable sustainability** research database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Impact Example: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SDG-11 (Sustainable Cities): 15% of research identified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SDG-04 (Quality Education): 23% of research identified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Multiple SDG articles: Cross-disciplinary research highlighted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**Value:** Researchers can now instantly identify and access sustainability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5: The Research Workflow Transformation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From Hours to Minutes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Traditional Research Process: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Manual search through repository (30-60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Click through individual articles (15-30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Download PDFs one by one (20-40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Extract metadata manually (30-60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**Total Time:** 2-3 hours per research session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With Our Tools: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1. Automated search with intelligent queries (2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2. Bulk metadata extraction (1 minute)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3. Automated PDF downloads (5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4. Interactive DataTables analysis (5 minutes)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5. **Total Time:** 13 minutes per research session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**Efficiency Gain:** 85-90% time reduction in research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6: The DataTables Dashboard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Research Intelligence at Your Fingertips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Interactive Features: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**Real-time Search** - Find articles instantly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**Sortable Columns** - Organize by title, author, year, SDG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**Filtering** - Focus on specific research areas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**Pagination** - Navigate large result sets efficiently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**Direct Downloads** - One-click access to PDFs and metadata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Professional Interface: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Academic-grade styling and typography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Mobile-responsive design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 color-coded badges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Clean, intuitive navigation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**Value Proposition:** Research analysis that feels like using modern web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7: The Testing and Quality Assurance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Building Trust Through Rigorous Validation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Our Testing Strategy: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**Unit Tests** - Individual component validation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**Integration Tests** - End-to-end workflow verification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**API Tests** - Real UPSpace API validation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**DataTables Tests** - Interface functionality confirmation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Quality Metrics: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100% test coverage for core functionality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Real API integration with 5+ articles per 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Error handling for network failures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Security measures (HTML escaping, input validation)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✅ Performance optimization (rate limiting)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**Result:** Production-ready tools that researchers can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8: The Broader Impact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Beyond UPSpace: A Framework for Academic Innovation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Scalability: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Our architecture works with any DSpace repository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Modular design allows easy adaptation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Open-source code enables community contributions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Extensible framework for future enhancements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Research Applications: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**Institutional Repositories** - Any university can adopt our approach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**Research Analytics** - Track publication trends and impact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Monitoring** - Measure sustainability research output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**Collaborative Research** - Share findings across institutions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Future Potential: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Integration with other repository types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Advanced analytics and visualization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Machine learning for research classification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Global research network connectivity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9: The Value Proposition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Why This Matters for Academic Research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For Researchers: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**Time Savings** - 85-90% reduction in research time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**Better Discovery** - Find relevant research faster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**SDG Awareness** - Understand sustainability impact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**Collaboration** - Share findings more effectively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For Institutions: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**Research Visibility** - Showcase sustainability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**Resource Efficiency** - Optimize research workflows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**Impact Measurement** - Track SDG contributions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**Innovation Leadership** - Demonstrate technical capability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For Society: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**Accelerated Research** - Faster progress on sustainability goals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**Knowledge Sharing** - Better dissemination of findings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**Evidence-Based Policy** - More accessible research data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**Global Collaboration** - Connected research communities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Slide 10: Looking Forward</a:t>
            </a:r>
          </a:p>
          <a:p>
            <a:pPr>
              <a:spcAft>
                <a:spcPts val="600"/>
              </a:spcAft>
              <a:defRPr sz="2200" b="1">
                <a:solidFill>
                  <a:srgbClr val="595959"/>
                </a:solidFill>
              </a:defRPr>
            </a:pPr>
            <a:r>
              <a:t>The Future of Academic Research Tools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Immediate Next Steps: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Deploy to production environments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User training and adoption programs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Performance monitoring and optimization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Community feedback integration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Medium-Term Vision: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Multi-repository integration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Advanced analytics dashboard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Machine learning classification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Mobile application development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Long-Term Impact: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**Global Research Network** - Connected academic repositories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**AI-Powered Discovery** - Intelligent research recommendations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**Real-Time Analytics** - Live research impact tracking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**Democratized Access** - Research available to all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**Our Vision:** Transform academic research from isolated silos into a connected, intelligent ecosystem that accelerates human knowledge and sustainable development.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 b="1">
                <a:solidFill>
                  <a:srgbClr val="44546A"/>
                </a:solidFill>
              </a:defRPr>
            </a:pPr>
            <a:r>
              <a:t>The Bottom Line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Complete UPSpace repository integration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SDG classification and visualization system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Automated research workflow tools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Professional DataTables interface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Production-ready testing framework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The Value Delivered: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**85-90% time savings** in research workflows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**Instant SDG identification** for sustainability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**Professional tools** that researchers love to use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**Scalable framework** for academic innovation</a:t>
            </a:r>
          </a:p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</a:defRPr>
            </a:pPr>
            <a:r>
              <a:t>The Impact: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Accelerated research discovery and collaboration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Enhanced visibility of sustainability research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Improved institutional research capabilities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• Foundation for future academic tool development</a:t>
            </a:r>
          </a:p>
          <a:p>
            <a:pPr>
              <a:spcAft>
                <a:spcPts val="300"/>
              </a:spcAft>
              <a:defRPr sz="1600">
                <a:solidFill>
                  <a:srgbClr val="000000"/>
                </a:solidFill>
              </a:defRPr>
            </a:pPr>
            <a:r>
              <a:t>**The Story:** We transformed a complex, manual research process into an intelligent, automated system that empowers researchers to focus on what matters most - advancing human knowledge and sustainable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