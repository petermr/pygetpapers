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UPSpace Repository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Presentation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1: Project Overview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UPSpace Integration for pygetpapers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**Date:** July 22, 2024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**Repository:** University of Pretoria's DSpace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**API:** Public REST API (no authentication required)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Key Achievements: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Complete DSpace REST API integration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SDG classification system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Interactive DataTables interface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Comprehensive testing framework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Production-ready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2: Technical Architecture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API Structure and Endpoints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**Base URL:** `https://repository.up.ac.za/server/api`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Key Endpoints: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**Search:** `/discover/search/objects`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**Items:** `/core/items/{uuid}`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**Bundles:** `/core/items/{uuid}/bundles`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**Bitstreams:** `/core/bundles/{uuid}/bitstreams`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**Download:** `/core/bitstreams/{uuid}/content`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Response Structure: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  <a:r>
              <a:t>json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"_embedded": {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"searchResult": {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"_embedded": {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"objects": [...]  // Search results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3: Core Implementation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Main Components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UPSpace Class Features: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`search_articles()` - Paginated search with result processing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`_extract_metadata()` - Dublin Core metadata parsing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`download_article()` - PDF and metadata file downloads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`_create_upspace_datatables_html()` - Interactive HTML generation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Metadata Fields Extracted: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Title, Authors, Abstract, Year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Publisher, Keywords, Identifiers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Classifications** (Sustainable Development Goals)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Handle URLs and DOIs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4: SDG Classification System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Sustainable Development Goals Integration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Implementation Details: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**Field:** `dc.description.sdg`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**Validation:** SDG numbers 1-17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**Display:** Color-coded badges in DataTables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**CSS:** `sdg-badge sdg-{number}` classes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Example Output: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SDG-11: Sustainable Cities and Communities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SDG-04: Quality Education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Multiple SDGs per article supported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Visual Impact: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Professional academic appearance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Easy identification of sustainability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Color-coded SDG palette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5: File Download System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Complete Article Retrieval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Download Process: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Create article directory: `{output_dir}/{article_id}/`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Save metadata: `metadata.json`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Download PDF: `fulltext.pdf` (if available)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Error handling for missing files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File Structure: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output_dir/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├── UPSPACE_2263_103497/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│   ├── metadata.json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│   └── fulltext.pdf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├── UPSPACE_2263_103496/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│   ├── metadata.json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│   └── fulltext.pdf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└── ...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Bundle Navigation: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ORIGINAL bundle contains primary PDFs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Bitstream filtering for PDF files only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Direct content access via UUID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6: DataTables Interface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Interactive HTML Generation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Features Implemented: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**Interactive Table:** Sortable columns, search, pagination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**Responsive Design:** Mobile-friendly layout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Badges:** Visual classification display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**File Links:** Local PDF and JSON access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**External Links:** Handle URLs and DOIs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HTML Structure: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  <a:r>
              <a:t>html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&lt;table id="upspace-table" class="display"&gt;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&lt;thead&gt;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&lt;tr&gt;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&lt;th&gt;ID&lt;/th&gt;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&lt;th&gt;Title&lt;/th&gt;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&lt;th&gt;Authors&lt;/th&gt;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&lt;th&gt;Year&lt;/th&gt;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&lt;th&gt;Abstract&lt;/th&gt;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&lt;th&gt;SDGs&lt;/th&gt;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&lt;th&gt;Keywords&lt;/th&gt;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&lt;th&gt;Identifiers&lt;/th&gt;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&lt;th&gt;Files&lt;/th&gt;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&lt;/tr&gt;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&lt;/thead&gt;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&lt;/table&gt;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7: Testing Framework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Comprehensive Validation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Test Categories: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**Unit Tests:** Individual method testing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**Integration Tests:** End-to-end workflows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**API Tests:** Real API call validation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**DataTables Tests:** HTML generation verification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Test Files Created: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`test_upspace_search.py` - Search functionality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`test_upspace_download.py` - File downloads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`test_upspace_metadata.py` - Metadata extraction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`test_upspace_datatables.py` - HTML generation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`test_implementation.py` - Integration testing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Validation Results: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5+ articles retrieved per 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All metadata fields parsed correctly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SDG badges display properly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Files download successfully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DataTables generate correctly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8: Error Handling &amp; Security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Production-Ready Implementation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Rate Limiting: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  <a:r>
              <a:t>python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time.sleep(0.5)  # 500ms delay between requests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Error Recovery: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Network failures with retry logic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JSON parsing error handling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File operation error recovery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Missing data fallback values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Security Measures: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**HTML Escaping:** XSS prevention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**Input Validation:** Query sanitization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**File Path Safety:** Directory traversal prevention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**API Usage:** Respectful rate limiting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Validation: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 number range checking (1-17)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URL format validation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File extension verification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Metadata completeness checking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9: Results &amp; Performance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Successful Implementation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Sample Output: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Found 5 articles for query: 'sustainable development'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✓ Article download completed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✓ DataTables HTML file created (18,573 bytes)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✓ Index HTML file created (6,591 bytes)</a:t>
            </a:r>
          </a:p>
          <a:p>
            <a:pPr>
              <a:spcAft>
                <a:spcPts val="600"/>
              </a:spcAft>
              <a:defRPr sz="1400">
                <a:solidFill>
                  <a:srgbClr val="00008B"/>
                </a:solidFill>
                <a:latin typeface="Courier New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Files Generated: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**DataTables HTML:** Interactive table with search/sort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**Index HTML:** Overview page with navigation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**Article Directories:** Organized file structure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**Metadata JSON:** Complete article information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Performance Metrics: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Search response time: &lt; 2 seconds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File download: Successful for available PDFs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HTML generation: &lt; 1 second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Memory usage: Efficient for large result 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Slide 10: Future Enhancements</a:t>
            </a:r>
          </a:p>
          <a:p>
            <a:pPr>
              <a:spcAft>
                <a:spcPts val="600"/>
              </a:spcAft>
              <a:defRPr sz="2400" b="1">
                <a:solidFill>
                  <a:srgbClr val="595959"/>
                </a:solidFill>
              </a:defRPr>
            </a:pPr>
            <a:r>
              <a:t>Roadmap and Opportunities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Potential Improvements: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**Advanced Search:** Filter by date, author, SDG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**Bulk Downloads:** Multiple article processing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**Citation Export:** BibTeX, RIS formats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**Analytics Dashboard:** Usage statistics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**Caching:** Local result caching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Integration Opportunities: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**Streamlit UI:** Web interface integration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**CLI Tools:** Command-line interface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**API Wrapper:** Simplified API access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**Plugin System:** Extensible architecture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Technical Debt: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Code documentation improvements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Performance optimization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Additional error scenarios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Extended metadata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200" b="1">
                <a:solidFill>
                  <a:srgbClr val="44546A"/>
                </a:solidFill>
              </a:defRPr>
            </a:pPr>
            <a:r>
              <a:t>Conclusion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Key Success Factors: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**Robust API Integration:** Full DSpace REST API support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**Rich Metadata Extraction:** Comprehensive Dublin Core parsing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Classification:** Visual sustainability goal display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**Interactive Interface:** Professional DataTables implementation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**Comprehensive Testing:** Thorough validation framework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**Production Ready:** Error handling and security measures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Impact: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This implementation provides a solid foundation for accessing and analyzing academic content from the University of Pretoria's institutional repository, with particular emphasis on sustainable development research and SDG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